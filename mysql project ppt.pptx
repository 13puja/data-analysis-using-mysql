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  <p:sldId id="273" r:id="rId16"/>
    <p:sldId id="274" r:id="rId17"/>
    <p:sldId id="272" r:id="rId18"/>
    <p:sldId id="276" r:id="rId19"/>
    <p:sldId id="275" r:id="rId20"/>
    <p:sldId id="271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76D13D-4164-4A92-91ED-D4192EDFD4D2}" v="107" dt="2026-01-09T01:15:04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ja Sadafal" userId="d327d1d8608323f5" providerId="LiveId" clId="{059022A3-4099-4D87-AFFD-C3197A5745B1}"/>
    <pc:docChg chg="custSel addSld delSld modSld modMainMaster">
      <pc:chgData name="Puja Sadafal" userId="d327d1d8608323f5" providerId="LiveId" clId="{059022A3-4099-4D87-AFFD-C3197A5745B1}" dt="2026-01-12T08:54:37.652" v="521" actId="20577"/>
      <pc:docMkLst>
        <pc:docMk/>
      </pc:docMkLst>
      <pc:sldChg chg="modSp mod">
        <pc:chgData name="Puja Sadafal" userId="d327d1d8608323f5" providerId="LiveId" clId="{059022A3-4099-4D87-AFFD-C3197A5745B1}" dt="2026-01-12T08:54:17.995" v="519" actId="1076"/>
        <pc:sldMkLst>
          <pc:docMk/>
          <pc:sldMk cId="2203489940" sldId="256"/>
        </pc:sldMkLst>
        <pc:spChg chg="mod">
          <ac:chgData name="Puja Sadafal" userId="d327d1d8608323f5" providerId="LiveId" clId="{059022A3-4099-4D87-AFFD-C3197A5745B1}" dt="2026-01-12T08:54:08.913" v="517" actId="1076"/>
          <ac:spMkLst>
            <pc:docMk/>
            <pc:sldMk cId="2203489940" sldId="256"/>
            <ac:spMk id="2" creationId="{4934C97A-CD9C-651E-3C3D-8FE8FB5D642D}"/>
          </ac:spMkLst>
        </pc:spChg>
        <pc:spChg chg="mod">
          <ac:chgData name="Puja Sadafal" userId="d327d1d8608323f5" providerId="LiveId" clId="{059022A3-4099-4D87-AFFD-C3197A5745B1}" dt="2026-01-09T01:14:58.793" v="503" actId="27636"/>
          <ac:spMkLst>
            <pc:docMk/>
            <pc:sldMk cId="2203489940" sldId="256"/>
            <ac:spMk id="3" creationId="{8D39DB41-F83E-522F-2731-6B6B9F0D836D}"/>
          </ac:spMkLst>
        </pc:spChg>
        <pc:picChg chg="mod">
          <ac:chgData name="Puja Sadafal" userId="d327d1d8608323f5" providerId="LiveId" clId="{059022A3-4099-4D87-AFFD-C3197A5745B1}" dt="2026-01-12T08:54:17.995" v="519" actId="1076"/>
          <ac:picMkLst>
            <pc:docMk/>
            <pc:sldMk cId="2203489940" sldId="256"/>
            <ac:picMk id="5" creationId="{3DD46699-61BC-9E2A-3664-093589494A79}"/>
          </ac:picMkLst>
        </pc:picChg>
        <pc:cxnChg chg="mod">
          <ac:chgData name="Puja Sadafal" userId="d327d1d8608323f5" providerId="LiveId" clId="{059022A3-4099-4D87-AFFD-C3197A5745B1}" dt="2026-01-12T08:54:13.453" v="518" actId="1076"/>
          <ac:cxnSpMkLst>
            <pc:docMk/>
            <pc:sldMk cId="2203489940" sldId="256"/>
            <ac:cxnSpMk id="7" creationId="{82EADBEF-794A-6322-EBB5-6EE6DCBB8739}"/>
          </ac:cxnSpMkLst>
        </pc:cxnChg>
      </pc:sldChg>
      <pc:sldChg chg="addSp modSp mod modTransition modAnim">
        <pc:chgData name="Puja Sadafal" userId="d327d1d8608323f5" providerId="LiveId" clId="{059022A3-4099-4D87-AFFD-C3197A5745B1}" dt="2026-01-09T01:14:09.222" v="498" actId="27636"/>
        <pc:sldMkLst>
          <pc:docMk/>
          <pc:sldMk cId="1086463783" sldId="257"/>
        </pc:sldMkLst>
        <pc:spChg chg="mod">
          <ac:chgData name="Puja Sadafal" userId="d327d1d8608323f5" providerId="LiveId" clId="{059022A3-4099-4D87-AFFD-C3197A5745B1}" dt="2026-01-09T01:14:09.222" v="498" actId="27636"/>
          <ac:spMkLst>
            <pc:docMk/>
            <pc:sldMk cId="1086463783" sldId="257"/>
            <ac:spMk id="2" creationId="{08F17ABE-7F57-D0B0-B274-F574800A636F}"/>
          </ac:spMkLst>
        </pc:spChg>
        <pc:spChg chg="add mod">
          <ac:chgData name="Puja Sadafal" userId="d327d1d8608323f5" providerId="LiveId" clId="{059022A3-4099-4D87-AFFD-C3197A5745B1}" dt="2026-01-09T00:45:36.961" v="288" actId="255"/>
          <ac:spMkLst>
            <pc:docMk/>
            <pc:sldMk cId="1086463783" sldId="257"/>
            <ac:spMk id="3" creationId="{8A16FF66-FF95-8C9F-29C1-C782423CFDC1}"/>
          </ac:spMkLst>
        </pc:spChg>
        <pc:picChg chg="mod">
          <ac:chgData name="Puja Sadafal" userId="d327d1d8608323f5" providerId="LiveId" clId="{059022A3-4099-4D87-AFFD-C3197A5745B1}" dt="2026-01-09T00:47:24.532" v="311" actId="1440"/>
          <ac:picMkLst>
            <pc:docMk/>
            <pc:sldMk cId="1086463783" sldId="257"/>
            <ac:picMk id="10" creationId="{5E0441BC-2D84-9ED6-26C7-EBA053489B87}"/>
          </ac:picMkLst>
        </pc:picChg>
        <pc:picChg chg="mod">
          <ac:chgData name="Puja Sadafal" userId="d327d1d8608323f5" providerId="LiveId" clId="{059022A3-4099-4D87-AFFD-C3197A5745B1}" dt="2026-01-09T00:50:18.834" v="340" actId="14100"/>
          <ac:picMkLst>
            <pc:docMk/>
            <pc:sldMk cId="1086463783" sldId="257"/>
            <ac:picMk id="12" creationId="{65FC3A07-EA8E-E0D0-A817-046AAA60CD83}"/>
          </ac:picMkLst>
        </pc:picChg>
      </pc:sldChg>
      <pc:sldChg chg="addSp modSp mod setBg">
        <pc:chgData name="Puja Sadafal" userId="d327d1d8608323f5" providerId="LiveId" clId="{059022A3-4099-4D87-AFFD-C3197A5745B1}" dt="2026-01-09T01:13:49.031" v="470" actId="1076"/>
        <pc:sldMkLst>
          <pc:docMk/>
          <pc:sldMk cId="2726297486" sldId="258"/>
        </pc:sldMkLst>
        <pc:spChg chg="add mod">
          <ac:chgData name="Puja Sadafal" userId="d327d1d8608323f5" providerId="LiveId" clId="{059022A3-4099-4D87-AFFD-C3197A5745B1}" dt="2026-01-09T00:48:36.489" v="317"/>
          <ac:spMkLst>
            <pc:docMk/>
            <pc:sldMk cId="2726297486" sldId="258"/>
            <ac:spMk id="3" creationId="{6699C714-D29A-001A-6C1F-B5A964D3EE85}"/>
          </ac:spMkLst>
        </pc:spChg>
        <pc:picChg chg="mod">
          <ac:chgData name="Puja Sadafal" userId="d327d1d8608323f5" providerId="LiveId" clId="{059022A3-4099-4D87-AFFD-C3197A5745B1}" dt="2026-01-09T00:48:03.627" v="315" actId="1440"/>
          <ac:picMkLst>
            <pc:docMk/>
            <pc:sldMk cId="2726297486" sldId="258"/>
            <ac:picMk id="4" creationId="{4B7FDF44-816A-5F7A-1525-DC3DFE646208}"/>
          </ac:picMkLst>
        </pc:picChg>
        <pc:picChg chg="mod">
          <ac:chgData name="Puja Sadafal" userId="d327d1d8608323f5" providerId="LiveId" clId="{059022A3-4099-4D87-AFFD-C3197A5745B1}" dt="2026-01-09T01:13:49.031" v="470" actId="1076"/>
          <ac:picMkLst>
            <pc:docMk/>
            <pc:sldMk cId="2726297486" sldId="258"/>
            <ac:picMk id="5" creationId="{EADAADC9-8E59-7DD5-7039-A46746D109E6}"/>
          </ac:picMkLst>
        </pc:picChg>
        <pc:picChg chg="mod">
          <ac:chgData name="Puja Sadafal" userId="d327d1d8608323f5" providerId="LiveId" clId="{059022A3-4099-4D87-AFFD-C3197A5745B1}" dt="2026-01-09T00:48:40.097" v="318" actId="1076"/>
          <ac:picMkLst>
            <pc:docMk/>
            <pc:sldMk cId="2726297486" sldId="258"/>
            <ac:picMk id="7" creationId="{42FFD363-7A0B-D989-0EFB-242A55261EFF}"/>
          </ac:picMkLst>
        </pc:picChg>
      </pc:sldChg>
      <pc:sldChg chg="addSp modSp mod">
        <pc:chgData name="Puja Sadafal" userId="d327d1d8608323f5" providerId="LiveId" clId="{059022A3-4099-4D87-AFFD-C3197A5745B1}" dt="2026-01-09T01:14:09.189" v="485" actId="27636"/>
        <pc:sldMkLst>
          <pc:docMk/>
          <pc:sldMk cId="1467745436" sldId="259"/>
        </pc:sldMkLst>
        <pc:spChg chg="mod">
          <ac:chgData name="Puja Sadafal" userId="d327d1d8608323f5" providerId="LiveId" clId="{059022A3-4099-4D87-AFFD-C3197A5745B1}" dt="2026-01-09T01:14:09.189" v="485" actId="27636"/>
          <ac:spMkLst>
            <pc:docMk/>
            <pc:sldMk cId="1467745436" sldId="259"/>
            <ac:spMk id="2" creationId="{76E46A03-3CD3-37B3-87EE-CAF43027A558}"/>
          </ac:spMkLst>
        </pc:spChg>
        <pc:spChg chg="add mod">
          <ac:chgData name="Puja Sadafal" userId="d327d1d8608323f5" providerId="LiveId" clId="{059022A3-4099-4D87-AFFD-C3197A5745B1}" dt="2026-01-09T00:50:06.639" v="336" actId="1076"/>
          <ac:spMkLst>
            <pc:docMk/>
            <pc:sldMk cId="1467745436" sldId="259"/>
            <ac:spMk id="3" creationId="{9455DCC0-7CD2-196E-E74E-5C2F97F6627E}"/>
          </ac:spMkLst>
        </pc:spChg>
        <pc:picChg chg="mod">
          <ac:chgData name="Puja Sadafal" userId="d327d1d8608323f5" providerId="LiveId" clId="{059022A3-4099-4D87-AFFD-C3197A5745B1}" dt="2026-01-09T00:50:28.903" v="342" actId="1440"/>
          <ac:picMkLst>
            <pc:docMk/>
            <pc:sldMk cId="1467745436" sldId="259"/>
            <ac:picMk id="4" creationId="{169DDD0C-608C-CC3E-8C40-EFA77DAB49C1}"/>
          </ac:picMkLst>
        </pc:picChg>
        <pc:picChg chg="mod">
          <ac:chgData name="Puja Sadafal" userId="d327d1d8608323f5" providerId="LiveId" clId="{059022A3-4099-4D87-AFFD-C3197A5745B1}" dt="2026-01-09T00:50:34.308" v="343" actId="1440"/>
          <ac:picMkLst>
            <pc:docMk/>
            <pc:sldMk cId="1467745436" sldId="259"/>
            <ac:picMk id="7" creationId="{A6B51F30-3D56-F967-7DBA-B6A23189E9C9}"/>
          </ac:picMkLst>
        </pc:picChg>
      </pc:sldChg>
      <pc:sldChg chg="addSp modSp mod setBg">
        <pc:chgData name="Puja Sadafal" userId="d327d1d8608323f5" providerId="LiveId" clId="{059022A3-4099-4D87-AFFD-C3197A5745B1}" dt="2026-01-09T01:14:09.189" v="486" actId="27636"/>
        <pc:sldMkLst>
          <pc:docMk/>
          <pc:sldMk cId="2162273069" sldId="260"/>
        </pc:sldMkLst>
        <pc:spChg chg="mod">
          <ac:chgData name="Puja Sadafal" userId="d327d1d8608323f5" providerId="LiveId" clId="{059022A3-4099-4D87-AFFD-C3197A5745B1}" dt="2026-01-09T01:14:09.189" v="486" actId="27636"/>
          <ac:spMkLst>
            <pc:docMk/>
            <pc:sldMk cId="2162273069" sldId="260"/>
            <ac:spMk id="2" creationId="{16E00872-7623-207A-7C67-59A196C04A7E}"/>
          </ac:spMkLst>
        </pc:spChg>
        <pc:spChg chg="add mod">
          <ac:chgData name="Puja Sadafal" userId="d327d1d8608323f5" providerId="LiveId" clId="{059022A3-4099-4D87-AFFD-C3197A5745B1}" dt="2026-01-09T00:51:04.367" v="352" actId="1076"/>
          <ac:spMkLst>
            <pc:docMk/>
            <pc:sldMk cId="2162273069" sldId="260"/>
            <ac:spMk id="3" creationId="{7A3F59DD-6F4A-937D-5CDF-F6373DD55438}"/>
          </ac:spMkLst>
        </pc:spChg>
        <pc:picChg chg="mod">
          <ac:chgData name="Puja Sadafal" userId="d327d1d8608323f5" providerId="LiveId" clId="{059022A3-4099-4D87-AFFD-C3197A5745B1}" dt="2026-01-09T00:50:48.421" v="347" actId="1440"/>
          <ac:picMkLst>
            <pc:docMk/>
            <pc:sldMk cId="2162273069" sldId="260"/>
            <ac:picMk id="4" creationId="{5E541B94-A1AB-44AD-BA18-9E002A0DDD72}"/>
          </ac:picMkLst>
        </pc:picChg>
        <pc:picChg chg="mod">
          <ac:chgData name="Puja Sadafal" userId="d327d1d8608323f5" providerId="LiveId" clId="{059022A3-4099-4D87-AFFD-C3197A5745B1}" dt="2026-01-09T00:51:00.330" v="351" actId="1076"/>
          <ac:picMkLst>
            <pc:docMk/>
            <pc:sldMk cId="2162273069" sldId="260"/>
            <ac:picMk id="7" creationId="{06E70452-D4C1-3AD3-51D0-FDE9B26F24C3}"/>
          </ac:picMkLst>
        </pc:picChg>
      </pc:sldChg>
      <pc:sldChg chg="addSp modSp mod">
        <pc:chgData name="Puja Sadafal" userId="d327d1d8608323f5" providerId="LiveId" clId="{059022A3-4099-4D87-AFFD-C3197A5745B1}" dt="2026-01-09T01:14:09.189" v="487" actId="27636"/>
        <pc:sldMkLst>
          <pc:docMk/>
          <pc:sldMk cId="2333227215" sldId="261"/>
        </pc:sldMkLst>
        <pc:spChg chg="mod">
          <ac:chgData name="Puja Sadafal" userId="d327d1d8608323f5" providerId="LiveId" clId="{059022A3-4099-4D87-AFFD-C3197A5745B1}" dt="2026-01-09T01:14:09.189" v="487" actId="27636"/>
          <ac:spMkLst>
            <pc:docMk/>
            <pc:sldMk cId="2333227215" sldId="261"/>
            <ac:spMk id="2" creationId="{E6C0A018-987A-CAB1-C97B-093A3CA1821B}"/>
          </ac:spMkLst>
        </pc:spChg>
        <pc:spChg chg="add mod">
          <ac:chgData name="Puja Sadafal" userId="d327d1d8608323f5" providerId="LiveId" clId="{059022A3-4099-4D87-AFFD-C3197A5745B1}" dt="2026-01-09T00:48:53.015" v="321"/>
          <ac:spMkLst>
            <pc:docMk/>
            <pc:sldMk cId="2333227215" sldId="261"/>
            <ac:spMk id="3" creationId="{F8A4BA7E-C93A-2B34-19B3-1F0FE4C74EF5}"/>
          </ac:spMkLst>
        </pc:spChg>
        <pc:picChg chg="mod">
          <ac:chgData name="Puja Sadafal" userId="d327d1d8608323f5" providerId="LiveId" clId="{059022A3-4099-4D87-AFFD-C3197A5745B1}" dt="2026-01-09T00:51:14.802" v="353" actId="1440"/>
          <ac:picMkLst>
            <pc:docMk/>
            <pc:sldMk cId="2333227215" sldId="261"/>
            <ac:picMk id="4" creationId="{F40E3F4F-10DE-CCF6-120A-1268E77B5CD0}"/>
          </ac:picMkLst>
        </pc:picChg>
        <pc:picChg chg="mod">
          <ac:chgData name="Puja Sadafal" userId="d327d1d8608323f5" providerId="LiveId" clId="{059022A3-4099-4D87-AFFD-C3197A5745B1}" dt="2026-01-09T00:55:48.786" v="403" actId="14100"/>
          <ac:picMkLst>
            <pc:docMk/>
            <pc:sldMk cId="2333227215" sldId="261"/>
            <ac:picMk id="7" creationId="{83080576-47AC-AFF1-1721-5E20C2B7524B}"/>
          </ac:picMkLst>
        </pc:picChg>
      </pc:sldChg>
      <pc:sldChg chg="addSp modSp mod">
        <pc:chgData name="Puja Sadafal" userId="d327d1d8608323f5" providerId="LiveId" clId="{059022A3-4099-4D87-AFFD-C3197A5745B1}" dt="2026-01-09T01:14:09.189" v="488" actId="27636"/>
        <pc:sldMkLst>
          <pc:docMk/>
          <pc:sldMk cId="708897492" sldId="262"/>
        </pc:sldMkLst>
        <pc:spChg chg="mod">
          <ac:chgData name="Puja Sadafal" userId="d327d1d8608323f5" providerId="LiveId" clId="{059022A3-4099-4D87-AFFD-C3197A5745B1}" dt="2026-01-09T01:14:09.189" v="488" actId="27636"/>
          <ac:spMkLst>
            <pc:docMk/>
            <pc:sldMk cId="708897492" sldId="262"/>
            <ac:spMk id="2" creationId="{4A06B303-764A-C18A-9720-0E5FD8FC7BEB}"/>
          </ac:spMkLst>
        </pc:spChg>
        <pc:spChg chg="add mod">
          <ac:chgData name="Puja Sadafal" userId="d327d1d8608323f5" providerId="LiveId" clId="{059022A3-4099-4D87-AFFD-C3197A5745B1}" dt="2026-01-09T00:48:57.547" v="322"/>
          <ac:spMkLst>
            <pc:docMk/>
            <pc:sldMk cId="708897492" sldId="262"/>
            <ac:spMk id="3" creationId="{765CE147-06F6-F1A1-54BD-6FFE285844A5}"/>
          </ac:spMkLst>
        </pc:spChg>
        <pc:picChg chg="mod">
          <ac:chgData name="Puja Sadafal" userId="d327d1d8608323f5" providerId="LiveId" clId="{059022A3-4099-4D87-AFFD-C3197A5745B1}" dt="2026-01-09T00:56:00.952" v="406" actId="1076"/>
          <ac:picMkLst>
            <pc:docMk/>
            <pc:sldMk cId="708897492" sldId="262"/>
            <ac:picMk id="4" creationId="{6F6AAB78-B67C-AC2E-EDC4-1CAC2850CB39}"/>
          </ac:picMkLst>
        </pc:picChg>
        <pc:picChg chg="mod">
          <ac:chgData name="Puja Sadafal" userId="d327d1d8608323f5" providerId="LiveId" clId="{059022A3-4099-4D87-AFFD-C3197A5745B1}" dt="2026-01-09T00:56:05.743" v="408" actId="14100"/>
          <ac:picMkLst>
            <pc:docMk/>
            <pc:sldMk cId="708897492" sldId="262"/>
            <ac:picMk id="9" creationId="{05988B70-A4C5-112B-18A2-6725AE8EF88B}"/>
          </ac:picMkLst>
        </pc:picChg>
      </pc:sldChg>
      <pc:sldChg chg="addSp modSp mod">
        <pc:chgData name="Puja Sadafal" userId="d327d1d8608323f5" providerId="LiveId" clId="{059022A3-4099-4D87-AFFD-C3197A5745B1}" dt="2026-01-09T01:14:09.189" v="489" actId="27636"/>
        <pc:sldMkLst>
          <pc:docMk/>
          <pc:sldMk cId="105384726" sldId="263"/>
        </pc:sldMkLst>
        <pc:spChg chg="mod">
          <ac:chgData name="Puja Sadafal" userId="d327d1d8608323f5" providerId="LiveId" clId="{059022A3-4099-4D87-AFFD-C3197A5745B1}" dt="2026-01-09T01:14:09.189" v="489" actId="27636"/>
          <ac:spMkLst>
            <pc:docMk/>
            <pc:sldMk cId="105384726" sldId="263"/>
            <ac:spMk id="2" creationId="{97D3527B-A45E-EF9B-25EE-C23E301F2C95}"/>
          </ac:spMkLst>
        </pc:spChg>
        <pc:spChg chg="add mod">
          <ac:chgData name="Puja Sadafal" userId="d327d1d8608323f5" providerId="LiveId" clId="{059022A3-4099-4D87-AFFD-C3197A5745B1}" dt="2026-01-09T00:49:02.684" v="323"/>
          <ac:spMkLst>
            <pc:docMk/>
            <pc:sldMk cId="105384726" sldId="263"/>
            <ac:spMk id="3" creationId="{B66672F3-BF3A-B33C-FE3B-3974D755143A}"/>
          </ac:spMkLst>
        </pc:spChg>
        <pc:picChg chg="mod">
          <ac:chgData name="Puja Sadafal" userId="d327d1d8608323f5" providerId="LiveId" clId="{059022A3-4099-4D87-AFFD-C3197A5745B1}" dt="2026-01-09T00:56:14.682" v="411" actId="14100"/>
          <ac:picMkLst>
            <pc:docMk/>
            <pc:sldMk cId="105384726" sldId="263"/>
            <ac:picMk id="7" creationId="{11DC4EA8-D56C-185F-51C4-DF0927FFA81E}"/>
          </ac:picMkLst>
        </pc:picChg>
        <pc:picChg chg="mod">
          <ac:chgData name="Puja Sadafal" userId="d327d1d8608323f5" providerId="LiveId" clId="{059022A3-4099-4D87-AFFD-C3197A5745B1}" dt="2026-01-09T00:56:17.516" v="412" actId="14100"/>
          <ac:picMkLst>
            <pc:docMk/>
            <pc:sldMk cId="105384726" sldId="263"/>
            <ac:picMk id="9" creationId="{DD1853B8-DD61-1A37-80BF-36179EE30E4D}"/>
          </ac:picMkLst>
        </pc:picChg>
      </pc:sldChg>
      <pc:sldChg chg="addSp modSp mod">
        <pc:chgData name="Puja Sadafal" userId="d327d1d8608323f5" providerId="LiveId" clId="{059022A3-4099-4D87-AFFD-C3197A5745B1}" dt="2026-01-09T00:56:31.741" v="416" actId="14100"/>
        <pc:sldMkLst>
          <pc:docMk/>
          <pc:sldMk cId="1969321013" sldId="264"/>
        </pc:sldMkLst>
        <pc:spChg chg="add mod">
          <ac:chgData name="Puja Sadafal" userId="d327d1d8608323f5" providerId="LiveId" clId="{059022A3-4099-4D87-AFFD-C3197A5745B1}" dt="2026-01-09T00:56:27.633" v="414" actId="1076"/>
          <ac:spMkLst>
            <pc:docMk/>
            <pc:sldMk cId="1969321013" sldId="264"/>
            <ac:spMk id="3" creationId="{BDE401A7-38E3-092B-A828-78A8B4D41A32}"/>
          </ac:spMkLst>
        </pc:spChg>
        <pc:picChg chg="mod">
          <ac:chgData name="Puja Sadafal" userId="d327d1d8608323f5" providerId="LiveId" clId="{059022A3-4099-4D87-AFFD-C3197A5745B1}" dt="2026-01-09T00:56:31.741" v="416" actId="14100"/>
          <ac:picMkLst>
            <pc:docMk/>
            <pc:sldMk cId="1969321013" sldId="264"/>
            <ac:picMk id="4" creationId="{94E78923-D637-6EBC-CA81-925461265225}"/>
          </ac:picMkLst>
        </pc:picChg>
        <pc:picChg chg="mod">
          <ac:chgData name="Puja Sadafal" userId="d327d1d8608323f5" providerId="LiveId" clId="{059022A3-4099-4D87-AFFD-C3197A5745B1}" dt="2026-01-09T00:51:38.878" v="357" actId="1440"/>
          <ac:picMkLst>
            <pc:docMk/>
            <pc:sldMk cId="1969321013" sldId="264"/>
            <ac:picMk id="9" creationId="{7CDDFEB1-FC9F-B29E-9562-946A8D1E0AA6}"/>
          </ac:picMkLst>
        </pc:picChg>
      </pc:sldChg>
      <pc:sldChg chg="addSp modSp mod">
        <pc:chgData name="Puja Sadafal" userId="d327d1d8608323f5" providerId="LiveId" clId="{059022A3-4099-4D87-AFFD-C3197A5745B1}" dt="2026-01-12T08:54:37.652" v="521" actId="20577"/>
        <pc:sldMkLst>
          <pc:docMk/>
          <pc:sldMk cId="3869142122" sldId="265"/>
        </pc:sldMkLst>
        <pc:spChg chg="mod">
          <ac:chgData name="Puja Sadafal" userId="d327d1d8608323f5" providerId="LiveId" clId="{059022A3-4099-4D87-AFFD-C3197A5745B1}" dt="2026-01-12T08:54:37.652" v="521" actId="20577"/>
          <ac:spMkLst>
            <pc:docMk/>
            <pc:sldMk cId="3869142122" sldId="265"/>
            <ac:spMk id="2" creationId="{C842AA91-652E-AB28-82D7-7F3B9965A5CA}"/>
          </ac:spMkLst>
        </pc:spChg>
        <pc:spChg chg="add mod">
          <ac:chgData name="Puja Sadafal" userId="d327d1d8608323f5" providerId="LiveId" clId="{059022A3-4099-4D87-AFFD-C3197A5745B1}" dt="2026-01-09T00:56:43.618" v="420" actId="1076"/>
          <ac:spMkLst>
            <pc:docMk/>
            <pc:sldMk cId="3869142122" sldId="265"/>
            <ac:spMk id="3" creationId="{A74EBA5B-9CF7-9DA6-FAFC-202D400FA81E}"/>
          </ac:spMkLst>
        </pc:spChg>
        <pc:picChg chg="mod">
          <ac:chgData name="Puja Sadafal" userId="d327d1d8608323f5" providerId="LiveId" clId="{059022A3-4099-4D87-AFFD-C3197A5745B1}" dt="2026-01-09T00:51:50.889" v="359" actId="1440"/>
          <ac:picMkLst>
            <pc:docMk/>
            <pc:sldMk cId="3869142122" sldId="265"/>
            <ac:picMk id="4" creationId="{DC91A369-1D24-1785-50BA-181EF5C54DBB}"/>
          </ac:picMkLst>
        </pc:picChg>
        <pc:picChg chg="mod">
          <ac:chgData name="Puja Sadafal" userId="d327d1d8608323f5" providerId="LiveId" clId="{059022A3-4099-4D87-AFFD-C3197A5745B1}" dt="2026-01-09T00:56:40.071" v="419" actId="14100"/>
          <ac:picMkLst>
            <pc:docMk/>
            <pc:sldMk cId="3869142122" sldId="265"/>
            <ac:picMk id="9" creationId="{BE0C1B90-0A45-97CD-301C-E6A2A88AE064}"/>
          </ac:picMkLst>
        </pc:picChg>
      </pc:sldChg>
      <pc:sldChg chg="addSp modSp mod setBg">
        <pc:chgData name="Puja Sadafal" userId="d327d1d8608323f5" providerId="LiveId" clId="{059022A3-4099-4D87-AFFD-C3197A5745B1}" dt="2026-01-09T01:14:09.189" v="490" actId="27636"/>
        <pc:sldMkLst>
          <pc:docMk/>
          <pc:sldMk cId="85657911" sldId="266"/>
        </pc:sldMkLst>
        <pc:spChg chg="mod">
          <ac:chgData name="Puja Sadafal" userId="d327d1d8608323f5" providerId="LiveId" clId="{059022A3-4099-4D87-AFFD-C3197A5745B1}" dt="2026-01-09T01:14:09.189" v="490" actId="27636"/>
          <ac:spMkLst>
            <pc:docMk/>
            <pc:sldMk cId="85657911" sldId="266"/>
            <ac:spMk id="2" creationId="{59FB0A3B-791F-0E05-686F-CF501AC265C4}"/>
          </ac:spMkLst>
        </pc:spChg>
        <pc:spChg chg="add mod">
          <ac:chgData name="Puja Sadafal" userId="d327d1d8608323f5" providerId="LiveId" clId="{059022A3-4099-4D87-AFFD-C3197A5745B1}" dt="2026-01-09T00:56:53.280" v="422" actId="1076"/>
          <ac:spMkLst>
            <pc:docMk/>
            <pc:sldMk cId="85657911" sldId="266"/>
            <ac:spMk id="3" creationId="{062B0EF4-95F8-4432-D431-09B54F473D8E}"/>
          </ac:spMkLst>
        </pc:spChg>
        <pc:picChg chg="mod">
          <ac:chgData name="Puja Sadafal" userId="d327d1d8608323f5" providerId="LiveId" clId="{059022A3-4099-4D87-AFFD-C3197A5745B1}" dt="2026-01-09T00:52:05.788" v="364" actId="1076"/>
          <ac:picMkLst>
            <pc:docMk/>
            <pc:sldMk cId="85657911" sldId="266"/>
            <ac:picMk id="4" creationId="{832B7F5A-BE2F-67F1-58B6-689FC1804A7F}"/>
          </ac:picMkLst>
        </pc:picChg>
        <pc:picChg chg="mod">
          <ac:chgData name="Puja Sadafal" userId="d327d1d8608323f5" providerId="LiveId" clId="{059022A3-4099-4D87-AFFD-C3197A5745B1}" dt="2026-01-09T00:56:50.501" v="421" actId="1076"/>
          <ac:picMkLst>
            <pc:docMk/>
            <pc:sldMk cId="85657911" sldId="266"/>
            <ac:picMk id="7" creationId="{D7452DCF-1329-7414-C1E1-CB82852CC4E7}"/>
          </ac:picMkLst>
        </pc:picChg>
      </pc:sldChg>
      <pc:sldChg chg="addSp modSp mod">
        <pc:chgData name="Puja Sadafal" userId="d327d1d8608323f5" providerId="LiveId" clId="{059022A3-4099-4D87-AFFD-C3197A5745B1}" dt="2026-01-09T01:14:09.206" v="492" actId="27636"/>
        <pc:sldMkLst>
          <pc:docMk/>
          <pc:sldMk cId="2849895449" sldId="267"/>
        </pc:sldMkLst>
        <pc:spChg chg="mod">
          <ac:chgData name="Puja Sadafal" userId="d327d1d8608323f5" providerId="LiveId" clId="{059022A3-4099-4D87-AFFD-C3197A5745B1}" dt="2026-01-09T01:14:09.206" v="492" actId="27636"/>
          <ac:spMkLst>
            <pc:docMk/>
            <pc:sldMk cId="2849895449" sldId="267"/>
            <ac:spMk id="2" creationId="{4F512256-440B-F280-A29D-655F4A72130B}"/>
          </ac:spMkLst>
        </pc:spChg>
        <pc:spChg chg="add mod">
          <ac:chgData name="Puja Sadafal" userId="d327d1d8608323f5" providerId="LiveId" clId="{059022A3-4099-4D87-AFFD-C3197A5745B1}" dt="2026-01-09T00:53:04.680" v="374" actId="1076"/>
          <ac:spMkLst>
            <pc:docMk/>
            <pc:sldMk cId="2849895449" sldId="267"/>
            <ac:spMk id="8" creationId="{1A0547AB-2FE1-BF05-7629-B284AFBA53CC}"/>
          </ac:spMkLst>
        </pc:spChg>
        <pc:picChg chg="add mod">
          <ac:chgData name="Puja Sadafal" userId="d327d1d8608323f5" providerId="LiveId" clId="{059022A3-4099-4D87-AFFD-C3197A5745B1}" dt="2026-01-09T00:52:50.427" v="372" actId="1440"/>
          <ac:picMkLst>
            <pc:docMk/>
            <pc:sldMk cId="2849895449" sldId="267"/>
            <ac:picMk id="4" creationId="{CD84096B-B4D4-C798-75A4-2D3BD0EA9292}"/>
          </ac:picMkLst>
        </pc:picChg>
        <pc:picChg chg="add mod">
          <ac:chgData name="Puja Sadafal" userId="d327d1d8608323f5" providerId="LiveId" clId="{059022A3-4099-4D87-AFFD-C3197A5745B1}" dt="2026-01-09T00:53:09.517" v="375" actId="1440"/>
          <ac:picMkLst>
            <pc:docMk/>
            <pc:sldMk cId="2849895449" sldId="267"/>
            <ac:picMk id="7" creationId="{767F8B73-147C-A682-4CB1-ADADEC459B3A}"/>
          </ac:picMkLst>
        </pc:picChg>
      </pc:sldChg>
      <pc:sldChg chg="addSp modSp mod">
        <pc:chgData name="Puja Sadafal" userId="d327d1d8608323f5" providerId="LiveId" clId="{059022A3-4099-4D87-AFFD-C3197A5745B1}" dt="2026-01-09T01:14:58.807" v="504" actId="27636"/>
        <pc:sldMkLst>
          <pc:docMk/>
          <pc:sldMk cId="231863108" sldId="268"/>
        </pc:sldMkLst>
        <pc:spChg chg="mod">
          <ac:chgData name="Puja Sadafal" userId="d327d1d8608323f5" providerId="LiveId" clId="{059022A3-4099-4D87-AFFD-C3197A5745B1}" dt="2026-01-09T01:14:58.807" v="504" actId="27636"/>
          <ac:spMkLst>
            <pc:docMk/>
            <pc:sldMk cId="231863108" sldId="268"/>
            <ac:spMk id="2" creationId="{195BDE7E-4414-40E4-0801-E86A70A7E2E2}"/>
          </ac:spMkLst>
        </pc:spChg>
        <pc:spChg chg="add mod">
          <ac:chgData name="Puja Sadafal" userId="d327d1d8608323f5" providerId="LiveId" clId="{059022A3-4099-4D87-AFFD-C3197A5745B1}" dt="2026-01-09T00:56:59.806" v="423" actId="1076"/>
          <ac:spMkLst>
            <pc:docMk/>
            <pc:sldMk cId="231863108" sldId="268"/>
            <ac:spMk id="3" creationId="{50A828BD-F3B5-0C11-070E-9DA6926F1AAD}"/>
          </ac:spMkLst>
        </pc:spChg>
        <pc:picChg chg="mod">
          <ac:chgData name="Puja Sadafal" userId="d327d1d8608323f5" providerId="LiveId" clId="{059022A3-4099-4D87-AFFD-C3197A5745B1}" dt="2026-01-09T00:52:26.599" v="368" actId="1440"/>
          <ac:picMkLst>
            <pc:docMk/>
            <pc:sldMk cId="231863108" sldId="268"/>
            <ac:picMk id="4" creationId="{2E4E38D3-E823-9591-E4D5-8D3623DE117D}"/>
          </ac:picMkLst>
        </pc:picChg>
        <pc:picChg chg="mod">
          <ac:chgData name="Puja Sadafal" userId="d327d1d8608323f5" providerId="LiveId" clId="{059022A3-4099-4D87-AFFD-C3197A5745B1}" dt="2026-01-09T00:52:30.661" v="369" actId="1440"/>
          <ac:picMkLst>
            <pc:docMk/>
            <pc:sldMk cId="231863108" sldId="268"/>
            <ac:picMk id="7" creationId="{57CBB4E8-A46B-8A6F-E52D-3FE94342C033}"/>
          </ac:picMkLst>
        </pc:picChg>
      </pc:sldChg>
      <pc:sldChg chg="addSp modSp mod">
        <pc:chgData name="Puja Sadafal" userId="d327d1d8608323f5" providerId="LiveId" clId="{059022A3-4099-4D87-AFFD-C3197A5745B1}" dt="2026-01-12T08:53:30.664" v="513" actId="14100"/>
        <pc:sldMkLst>
          <pc:docMk/>
          <pc:sldMk cId="2322852987" sldId="269"/>
        </pc:sldMkLst>
        <pc:spChg chg="mod">
          <ac:chgData name="Puja Sadafal" userId="d327d1d8608323f5" providerId="LiveId" clId="{059022A3-4099-4D87-AFFD-C3197A5745B1}" dt="2026-01-09T01:14:09.206" v="491" actId="27636"/>
          <ac:spMkLst>
            <pc:docMk/>
            <pc:sldMk cId="2322852987" sldId="269"/>
            <ac:spMk id="2" creationId="{40484B18-5164-2217-27A1-6C2629103EBE}"/>
          </ac:spMkLst>
        </pc:spChg>
        <pc:spChg chg="add mod">
          <ac:chgData name="Puja Sadafal" userId="d327d1d8608323f5" providerId="LiveId" clId="{059022A3-4099-4D87-AFFD-C3197A5745B1}" dt="2026-01-09T00:57:07.948" v="424" actId="1076"/>
          <ac:spMkLst>
            <pc:docMk/>
            <pc:sldMk cId="2322852987" sldId="269"/>
            <ac:spMk id="3" creationId="{C07AE110-2C76-9AD5-6079-F85BD73C80EE}"/>
          </ac:spMkLst>
        </pc:spChg>
        <pc:picChg chg="mod">
          <ac:chgData name="Puja Sadafal" userId="d327d1d8608323f5" providerId="LiveId" clId="{059022A3-4099-4D87-AFFD-C3197A5745B1}" dt="2026-01-12T08:53:30.664" v="513" actId="14100"/>
          <ac:picMkLst>
            <pc:docMk/>
            <pc:sldMk cId="2322852987" sldId="269"/>
            <ac:picMk id="4" creationId="{E23F399D-2EEE-4AF0-F474-305404CD5472}"/>
          </ac:picMkLst>
        </pc:picChg>
        <pc:picChg chg="mod">
          <ac:chgData name="Puja Sadafal" userId="d327d1d8608323f5" providerId="LiveId" clId="{059022A3-4099-4D87-AFFD-C3197A5745B1}" dt="2026-01-09T00:57:11.305" v="427" actId="1076"/>
          <ac:picMkLst>
            <pc:docMk/>
            <pc:sldMk cId="2322852987" sldId="269"/>
            <ac:picMk id="7" creationId="{65241316-3B63-E659-5904-95DF20396D31}"/>
          </ac:picMkLst>
        </pc:picChg>
      </pc:sldChg>
      <pc:sldChg chg="addSp modSp mod">
        <pc:chgData name="Puja Sadafal" userId="d327d1d8608323f5" providerId="LiveId" clId="{059022A3-4099-4D87-AFFD-C3197A5745B1}" dt="2026-01-12T08:53:48.289" v="515" actId="14100"/>
        <pc:sldMkLst>
          <pc:docMk/>
          <pc:sldMk cId="186458341" sldId="271"/>
        </pc:sldMkLst>
        <pc:spChg chg="mod">
          <ac:chgData name="Puja Sadafal" userId="d327d1d8608323f5" providerId="LiveId" clId="{059022A3-4099-4D87-AFFD-C3197A5745B1}" dt="2026-01-09T01:14:58.814" v="506" actId="27636"/>
          <ac:spMkLst>
            <pc:docMk/>
            <pc:sldMk cId="186458341" sldId="271"/>
            <ac:spMk id="2" creationId="{B47E6F99-7FD4-3141-8481-14C63AB93CF3}"/>
          </ac:spMkLst>
        </pc:spChg>
        <pc:spChg chg="add mod">
          <ac:chgData name="Puja Sadafal" userId="d327d1d8608323f5" providerId="LiveId" clId="{059022A3-4099-4D87-AFFD-C3197A5745B1}" dt="2026-01-09T00:54:53.689" v="398" actId="1076"/>
          <ac:spMkLst>
            <pc:docMk/>
            <pc:sldMk cId="186458341" sldId="271"/>
            <ac:spMk id="8" creationId="{96B4BAB5-EFA7-6B12-A8CB-6C61B05AC601}"/>
          </ac:spMkLst>
        </pc:spChg>
        <pc:picChg chg="add mod">
          <ac:chgData name="Puja Sadafal" userId="d327d1d8608323f5" providerId="LiveId" clId="{059022A3-4099-4D87-AFFD-C3197A5745B1}" dt="2026-01-12T08:53:48.289" v="515" actId="14100"/>
          <ac:picMkLst>
            <pc:docMk/>
            <pc:sldMk cId="186458341" sldId="271"/>
            <ac:picMk id="4" creationId="{C48275DF-D7DB-1C46-7071-B089E45CE315}"/>
          </ac:picMkLst>
        </pc:picChg>
        <pc:picChg chg="add mod">
          <ac:chgData name="Puja Sadafal" userId="d327d1d8608323f5" providerId="LiveId" clId="{059022A3-4099-4D87-AFFD-C3197A5745B1}" dt="2026-01-09T00:54:59.504" v="400" actId="1440"/>
          <ac:picMkLst>
            <pc:docMk/>
            <pc:sldMk cId="186458341" sldId="271"/>
            <ac:picMk id="7" creationId="{06DD77A7-C4E5-4CB4-7A4F-B73E0AD5A3E2}"/>
          </ac:picMkLst>
        </pc:picChg>
      </pc:sldChg>
      <pc:sldChg chg="addSp modSp mod">
        <pc:chgData name="Puja Sadafal" userId="d327d1d8608323f5" providerId="LiveId" clId="{059022A3-4099-4D87-AFFD-C3197A5745B1}" dt="2026-01-09T01:14:09.206" v="495" actId="27636"/>
        <pc:sldMkLst>
          <pc:docMk/>
          <pc:sldMk cId="624743270" sldId="272"/>
        </pc:sldMkLst>
        <pc:spChg chg="mod">
          <ac:chgData name="Puja Sadafal" userId="d327d1d8608323f5" providerId="LiveId" clId="{059022A3-4099-4D87-AFFD-C3197A5745B1}" dt="2026-01-09T01:14:09.206" v="495" actId="27636"/>
          <ac:spMkLst>
            <pc:docMk/>
            <pc:sldMk cId="624743270" sldId="272"/>
            <ac:spMk id="2" creationId="{B777D23F-1459-3A09-0A4B-9BB814F9DF36}"/>
          </ac:spMkLst>
        </pc:spChg>
        <pc:spChg chg="add mod">
          <ac:chgData name="Puja Sadafal" userId="d327d1d8608323f5" providerId="LiveId" clId="{059022A3-4099-4D87-AFFD-C3197A5745B1}" dt="2026-01-09T00:53:53.633" v="386" actId="1076"/>
          <ac:spMkLst>
            <pc:docMk/>
            <pc:sldMk cId="624743270" sldId="272"/>
            <ac:spMk id="8" creationId="{556D35D5-3A0D-E609-8929-B1465C8E1BAB}"/>
          </ac:spMkLst>
        </pc:spChg>
        <pc:picChg chg="add mod">
          <ac:chgData name="Puja Sadafal" userId="d327d1d8608323f5" providerId="LiveId" clId="{059022A3-4099-4D87-AFFD-C3197A5745B1}" dt="2026-01-09T00:53:45.555" v="384" actId="1440"/>
          <ac:picMkLst>
            <pc:docMk/>
            <pc:sldMk cId="624743270" sldId="272"/>
            <ac:picMk id="4" creationId="{06647D2E-761B-E2FB-12AF-3E887E8D01B0}"/>
          </ac:picMkLst>
        </pc:picChg>
        <pc:picChg chg="add mod">
          <ac:chgData name="Puja Sadafal" userId="d327d1d8608323f5" providerId="LiveId" clId="{059022A3-4099-4D87-AFFD-C3197A5745B1}" dt="2026-01-09T00:53:57.735" v="387" actId="1440"/>
          <ac:picMkLst>
            <pc:docMk/>
            <pc:sldMk cId="624743270" sldId="272"/>
            <ac:picMk id="7" creationId="{F876B933-4C41-7548-B106-BC5600A3B3ED}"/>
          </ac:picMkLst>
        </pc:picChg>
      </pc:sldChg>
      <pc:sldChg chg="addSp modSp mod">
        <pc:chgData name="Puja Sadafal" userId="d327d1d8608323f5" providerId="LiveId" clId="{059022A3-4099-4D87-AFFD-C3197A5745B1}" dt="2026-01-09T01:14:09.206" v="493" actId="27636"/>
        <pc:sldMkLst>
          <pc:docMk/>
          <pc:sldMk cId="300264692" sldId="273"/>
        </pc:sldMkLst>
        <pc:spChg chg="mod">
          <ac:chgData name="Puja Sadafal" userId="d327d1d8608323f5" providerId="LiveId" clId="{059022A3-4099-4D87-AFFD-C3197A5745B1}" dt="2026-01-09T01:14:09.206" v="493" actId="27636"/>
          <ac:spMkLst>
            <pc:docMk/>
            <pc:sldMk cId="300264692" sldId="273"/>
            <ac:spMk id="2" creationId="{8673E39F-31DD-BC59-5147-1A5387CE53CD}"/>
          </ac:spMkLst>
        </pc:spChg>
        <pc:spChg chg="add mod">
          <ac:chgData name="Puja Sadafal" userId="d327d1d8608323f5" providerId="LiveId" clId="{059022A3-4099-4D87-AFFD-C3197A5745B1}" dt="2026-01-09T00:57:19.500" v="428" actId="1076"/>
          <ac:spMkLst>
            <pc:docMk/>
            <pc:sldMk cId="300264692" sldId="273"/>
            <ac:spMk id="8" creationId="{62085E91-A202-E989-D0FD-6C189EADDF9D}"/>
          </ac:spMkLst>
        </pc:spChg>
        <pc:picChg chg="add mod">
          <ac:chgData name="Puja Sadafal" userId="d327d1d8608323f5" providerId="LiveId" clId="{059022A3-4099-4D87-AFFD-C3197A5745B1}" dt="2026-01-09T00:53:25.081" v="379" actId="1440"/>
          <ac:picMkLst>
            <pc:docMk/>
            <pc:sldMk cId="300264692" sldId="273"/>
            <ac:picMk id="4" creationId="{A587C233-B217-B23D-F956-CD5AE6602657}"/>
          </ac:picMkLst>
        </pc:picChg>
        <pc:picChg chg="add mod">
          <ac:chgData name="Puja Sadafal" userId="d327d1d8608323f5" providerId="LiveId" clId="{059022A3-4099-4D87-AFFD-C3197A5745B1}" dt="2026-01-09T00:57:24.188" v="430" actId="14100"/>
          <ac:picMkLst>
            <pc:docMk/>
            <pc:sldMk cId="300264692" sldId="273"/>
            <ac:picMk id="7" creationId="{12DEF1B4-6CF7-231F-7124-319BADFE8653}"/>
          </ac:picMkLst>
        </pc:picChg>
      </pc:sldChg>
      <pc:sldChg chg="addSp modSp mod">
        <pc:chgData name="Puja Sadafal" userId="d327d1d8608323f5" providerId="LiveId" clId="{059022A3-4099-4D87-AFFD-C3197A5745B1}" dt="2026-01-09T01:14:09.206" v="494" actId="27636"/>
        <pc:sldMkLst>
          <pc:docMk/>
          <pc:sldMk cId="2535021260" sldId="274"/>
        </pc:sldMkLst>
        <pc:spChg chg="mod">
          <ac:chgData name="Puja Sadafal" userId="d327d1d8608323f5" providerId="LiveId" clId="{059022A3-4099-4D87-AFFD-C3197A5745B1}" dt="2026-01-09T01:14:09.206" v="494" actId="27636"/>
          <ac:spMkLst>
            <pc:docMk/>
            <pc:sldMk cId="2535021260" sldId="274"/>
            <ac:spMk id="2" creationId="{375B9435-06CF-02BE-D515-E19E391018E5}"/>
          </ac:spMkLst>
        </pc:spChg>
        <pc:spChg chg="add mod">
          <ac:chgData name="Puja Sadafal" userId="d327d1d8608323f5" providerId="LiveId" clId="{059022A3-4099-4D87-AFFD-C3197A5745B1}" dt="2026-01-09T00:57:29.755" v="431" actId="1076"/>
          <ac:spMkLst>
            <pc:docMk/>
            <pc:sldMk cId="2535021260" sldId="274"/>
            <ac:spMk id="8" creationId="{5DDE35FA-EEE1-509F-D168-E6B40AF7811B}"/>
          </ac:spMkLst>
        </pc:spChg>
        <pc:picChg chg="add mod">
          <ac:chgData name="Puja Sadafal" userId="d327d1d8608323f5" providerId="LiveId" clId="{059022A3-4099-4D87-AFFD-C3197A5745B1}" dt="2026-01-09T00:53:33.913" v="381" actId="1440"/>
          <ac:picMkLst>
            <pc:docMk/>
            <pc:sldMk cId="2535021260" sldId="274"/>
            <ac:picMk id="4" creationId="{4BFF113B-40ED-08EC-1320-B10A3FC8984E}"/>
          </ac:picMkLst>
        </pc:picChg>
        <pc:picChg chg="add mod">
          <ac:chgData name="Puja Sadafal" userId="d327d1d8608323f5" providerId="LiveId" clId="{059022A3-4099-4D87-AFFD-C3197A5745B1}" dt="2026-01-09T00:57:33.404" v="433" actId="14100"/>
          <ac:picMkLst>
            <pc:docMk/>
            <pc:sldMk cId="2535021260" sldId="274"/>
            <ac:picMk id="7" creationId="{E0C4F33D-FC3A-4699-8FFC-3600899ED632}"/>
          </ac:picMkLst>
        </pc:picChg>
      </pc:sldChg>
      <pc:sldChg chg="addSp modSp mod">
        <pc:chgData name="Puja Sadafal" userId="d327d1d8608323f5" providerId="LiveId" clId="{059022A3-4099-4D87-AFFD-C3197A5745B1}" dt="2026-01-09T01:15:04.587" v="508" actId="27636"/>
        <pc:sldMkLst>
          <pc:docMk/>
          <pc:sldMk cId="3331846283" sldId="275"/>
        </pc:sldMkLst>
        <pc:spChg chg="mod">
          <ac:chgData name="Puja Sadafal" userId="d327d1d8608323f5" providerId="LiveId" clId="{059022A3-4099-4D87-AFFD-C3197A5745B1}" dt="2026-01-09T01:15:04.587" v="508" actId="27636"/>
          <ac:spMkLst>
            <pc:docMk/>
            <pc:sldMk cId="3331846283" sldId="275"/>
            <ac:spMk id="2" creationId="{CDC0E552-0D09-4CC4-BC2E-AC79C143C0F1}"/>
          </ac:spMkLst>
        </pc:spChg>
        <pc:spChg chg="add mod">
          <ac:chgData name="Puja Sadafal" userId="d327d1d8608323f5" providerId="LiveId" clId="{059022A3-4099-4D87-AFFD-C3197A5745B1}" dt="2026-01-09T00:57:45.144" v="434" actId="1076"/>
          <ac:spMkLst>
            <pc:docMk/>
            <pc:sldMk cId="3331846283" sldId="275"/>
            <ac:spMk id="8" creationId="{3D2EC4B3-7E7B-FF55-F80E-06D7232ADDFC}"/>
          </ac:spMkLst>
        </pc:spChg>
        <pc:picChg chg="add mod">
          <ac:chgData name="Puja Sadafal" userId="d327d1d8608323f5" providerId="LiveId" clId="{059022A3-4099-4D87-AFFD-C3197A5745B1}" dt="2026-01-09T00:54:38.094" v="395" actId="1440"/>
          <ac:picMkLst>
            <pc:docMk/>
            <pc:sldMk cId="3331846283" sldId="275"/>
            <ac:picMk id="4" creationId="{3DA1E0AD-2B99-25DA-ABC4-BF0306FB79E9}"/>
          </ac:picMkLst>
        </pc:picChg>
        <pc:picChg chg="add mod">
          <ac:chgData name="Puja Sadafal" userId="d327d1d8608323f5" providerId="LiveId" clId="{059022A3-4099-4D87-AFFD-C3197A5745B1}" dt="2026-01-09T00:57:47.872" v="435" actId="14100"/>
          <ac:picMkLst>
            <pc:docMk/>
            <pc:sldMk cId="3331846283" sldId="275"/>
            <ac:picMk id="7" creationId="{8AE07E10-FAAF-A46F-134F-D4A0BCBE9827}"/>
          </ac:picMkLst>
        </pc:picChg>
      </pc:sldChg>
      <pc:sldChg chg="addSp modSp add mod">
        <pc:chgData name="Puja Sadafal" userId="d327d1d8608323f5" providerId="LiveId" clId="{059022A3-4099-4D87-AFFD-C3197A5745B1}" dt="2026-01-09T01:14:09.206" v="496" actId="27636"/>
        <pc:sldMkLst>
          <pc:docMk/>
          <pc:sldMk cId="2931318020" sldId="276"/>
        </pc:sldMkLst>
        <pc:spChg chg="mod">
          <ac:chgData name="Puja Sadafal" userId="d327d1d8608323f5" providerId="LiveId" clId="{059022A3-4099-4D87-AFFD-C3197A5745B1}" dt="2026-01-09T01:14:09.206" v="496" actId="27636"/>
          <ac:spMkLst>
            <pc:docMk/>
            <pc:sldMk cId="2931318020" sldId="276"/>
            <ac:spMk id="2" creationId="{488AE172-17D1-226C-0305-E6C8654AFC04}"/>
          </ac:spMkLst>
        </pc:spChg>
        <pc:spChg chg="add mod">
          <ac:chgData name="Puja Sadafal" userId="d327d1d8608323f5" providerId="LiveId" clId="{059022A3-4099-4D87-AFFD-C3197A5745B1}" dt="2026-01-09T00:54:17.001" v="390" actId="1076"/>
          <ac:spMkLst>
            <pc:docMk/>
            <pc:sldMk cId="2931318020" sldId="276"/>
            <ac:spMk id="8" creationId="{7B37E178-2417-407C-B54C-FD1D739718BA}"/>
          </ac:spMkLst>
        </pc:spChg>
        <pc:picChg chg="add mod">
          <ac:chgData name="Puja Sadafal" userId="d327d1d8608323f5" providerId="LiveId" clId="{059022A3-4099-4D87-AFFD-C3197A5745B1}" dt="2026-01-09T00:54:26.287" v="392" actId="1440"/>
          <ac:picMkLst>
            <pc:docMk/>
            <pc:sldMk cId="2931318020" sldId="276"/>
            <ac:picMk id="4" creationId="{8AD1D67F-DD14-4A35-C31F-A0FF1CE25D5F}"/>
          </ac:picMkLst>
        </pc:picChg>
        <pc:picChg chg="add mod">
          <ac:chgData name="Puja Sadafal" userId="d327d1d8608323f5" providerId="LiveId" clId="{059022A3-4099-4D87-AFFD-C3197A5745B1}" dt="2026-01-09T00:54:22.229" v="391" actId="1440"/>
          <ac:picMkLst>
            <pc:docMk/>
            <pc:sldMk cId="2931318020" sldId="276"/>
            <ac:picMk id="7" creationId="{D271B130-FF2A-7B90-7F21-1FAC9BD8F4F3}"/>
          </ac:picMkLst>
        </pc:picChg>
      </pc:sldChg>
      <pc:sldChg chg="delSp modSp new mod">
        <pc:chgData name="Puja Sadafal" userId="d327d1d8608323f5" providerId="LiveId" clId="{059022A3-4099-4D87-AFFD-C3197A5745B1}" dt="2026-01-09T00:38:49.072" v="269" actId="255"/>
        <pc:sldMkLst>
          <pc:docMk/>
          <pc:sldMk cId="3266926720" sldId="277"/>
        </pc:sldMkLst>
        <pc:spChg chg="mod">
          <ac:chgData name="Puja Sadafal" userId="d327d1d8608323f5" providerId="LiveId" clId="{059022A3-4099-4D87-AFFD-C3197A5745B1}" dt="2026-01-09T00:38:49.072" v="269" actId="255"/>
          <ac:spMkLst>
            <pc:docMk/>
            <pc:sldMk cId="3266926720" sldId="277"/>
            <ac:spMk id="2" creationId="{F85903EE-27A3-117B-0302-842562CC637C}"/>
          </ac:spMkLst>
        </pc:spChg>
      </pc:sldChg>
      <pc:sldMasterChg chg="modSldLayout">
        <pc:chgData name="Puja Sadafal" userId="d327d1d8608323f5" providerId="LiveId" clId="{059022A3-4099-4D87-AFFD-C3197A5745B1}" dt="2026-01-09T01:15:04.491" v="507"/>
        <pc:sldMasterMkLst>
          <pc:docMk/>
          <pc:sldMasterMk cId="4265783816" sldId="2147484596"/>
        </pc:sldMasterMkLst>
        <pc:sldLayoutChg chg="delSp">
          <pc:chgData name="Puja Sadafal" userId="d327d1d8608323f5" providerId="LiveId" clId="{059022A3-4099-4D87-AFFD-C3197A5745B1}" dt="2026-01-09T01:15:04.491" v="507"/>
          <pc:sldLayoutMkLst>
            <pc:docMk/>
            <pc:sldMasterMk cId="4265783816" sldId="2147484596"/>
            <pc:sldLayoutMk cId="1646928189" sldId="2147484614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234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975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004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24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15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99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551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10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507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45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320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5491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29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594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937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426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63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2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CF2B763-0B29-4ECA-A080-C34426E9E32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AF13D9A-F712-4509-B3DD-0E8DFECBA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783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7" r:id="rId1"/>
    <p:sldLayoutId id="2147484598" r:id="rId2"/>
    <p:sldLayoutId id="2147484599" r:id="rId3"/>
    <p:sldLayoutId id="2147484600" r:id="rId4"/>
    <p:sldLayoutId id="2147484601" r:id="rId5"/>
    <p:sldLayoutId id="2147484602" r:id="rId6"/>
    <p:sldLayoutId id="2147484603" r:id="rId7"/>
    <p:sldLayoutId id="2147484604" r:id="rId8"/>
    <p:sldLayoutId id="2147484605" r:id="rId9"/>
    <p:sldLayoutId id="2147484606" r:id="rId10"/>
    <p:sldLayoutId id="2147484607" r:id="rId11"/>
    <p:sldLayoutId id="2147484608" r:id="rId12"/>
    <p:sldLayoutId id="2147484609" r:id="rId13"/>
    <p:sldLayoutId id="2147484610" r:id="rId14"/>
    <p:sldLayoutId id="2147484611" r:id="rId15"/>
    <p:sldLayoutId id="2147484612" r:id="rId16"/>
    <p:sldLayoutId id="2147484613" r:id="rId17"/>
    <p:sldLayoutId id="2147484614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oodfreephotos.com/other-photos/factory-power-plant.jpg.php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tmp"/><Relationship Id="rId4" Type="http://schemas.openxmlformats.org/officeDocument/2006/relationships/image" Target="../media/image7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tmp"/><Relationship Id="rId4" Type="http://schemas.openxmlformats.org/officeDocument/2006/relationships/image" Target="../media/image9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tmp"/><Relationship Id="rId4" Type="http://schemas.openxmlformats.org/officeDocument/2006/relationships/image" Target="../media/image11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4.tmp"/><Relationship Id="rId4" Type="http://schemas.openxmlformats.org/officeDocument/2006/relationships/image" Target="../media/image13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tmp"/><Relationship Id="rId4" Type="http://schemas.openxmlformats.org/officeDocument/2006/relationships/image" Target="../media/image15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tmp"/><Relationship Id="rId4" Type="http://schemas.openxmlformats.org/officeDocument/2006/relationships/image" Target="../media/image17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tmp"/><Relationship Id="rId4" Type="http://schemas.openxmlformats.org/officeDocument/2006/relationships/image" Target="../media/image19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tmp"/><Relationship Id="rId4" Type="http://schemas.openxmlformats.org/officeDocument/2006/relationships/image" Target="../media/image21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tmp"/><Relationship Id="rId4" Type="http://schemas.openxmlformats.org/officeDocument/2006/relationships/image" Target="../media/image23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6.tmp"/><Relationship Id="rId4" Type="http://schemas.openxmlformats.org/officeDocument/2006/relationships/image" Target="../media/image25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8.tmp"/><Relationship Id="rId4" Type="http://schemas.openxmlformats.org/officeDocument/2006/relationships/image" Target="../media/image27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0.tmp"/><Relationship Id="rId4" Type="http://schemas.openxmlformats.org/officeDocument/2006/relationships/image" Target="../media/image29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2.tmp"/><Relationship Id="rId4" Type="http://schemas.openxmlformats.org/officeDocument/2006/relationships/image" Target="../media/image31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4.tmp"/><Relationship Id="rId4" Type="http://schemas.openxmlformats.org/officeDocument/2006/relationships/image" Target="../media/image33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6.tmp"/><Relationship Id="rId4" Type="http://schemas.openxmlformats.org/officeDocument/2006/relationships/image" Target="../media/image35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8.tmp"/><Relationship Id="rId4" Type="http://schemas.openxmlformats.org/officeDocument/2006/relationships/image" Target="../media/image37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0.tmp"/><Relationship Id="rId4" Type="http://schemas.openxmlformats.org/officeDocument/2006/relationships/image" Target="../media/image39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2.tmp"/><Relationship Id="rId4" Type="http://schemas.openxmlformats.org/officeDocument/2006/relationships/image" Target="../media/image41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ilainteractions.in/combating-air-pollution-scientificall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4.tmp"/><Relationship Id="rId4" Type="http://schemas.openxmlformats.org/officeDocument/2006/relationships/image" Target="../media/image43.tm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4C97A-CD9C-651E-3C3D-8FE8FB5D6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904" y="555420"/>
            <a:ext cx="2745403" cy="481780"/>
          </a:xfrm>
        </p:spPr>
        <p:txBody>
          <a:bodyPr>
            <a:normAutofit fontScale="90000"/>
          </a:bodyPr>
          <a:lstStyle/>
          <a:p>
            <a:r>
              <a:rPr lang="en-US" sz="2000" b="1" dirty="0"/>
              <a:t>Baroda Institute of Technology</a:t>
            </a:r>
            <a:endParaRPr lang="en-IN" sz="2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9DB41-F83E-522F-2731-6B6B9F0D8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5730" y="1134141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sz="4400" b="1" dirty="0"/>
              <a:t>Data Analysis using </a:t>
            </a:r>
          </a:p>
          <a:p>
            <a:r>
              <a:rPr lang="en-US" sz="4400" b="1" dirty="0"/>
              <a:t>MySQL</a:t>
            </a:r>
            <a:endParaRPr lang="en-I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46699-61BC-9E2A-3664-093589494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09" y="390833"/>
            <a:ext cx="609685" cy="72364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EADBEF-794A-6322-EBB5-6EE6DCBB8739}"/>
              </a:ext>
            </a:extLst>
          </p:cNvPr>
          <p:cNvCxnSpPr>
            <a:cxnSpLocks/>
          </p:cNvCxnSpPr>
          <p:nvPr/>
        </p:nvCxnSpPr>
        <p:spPr>
          <a:xfrm>
            <a:off x="1012723" y="508716"/>
            <a:ext cx="0" cy="5751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Subtitle 2">
            <a:extLst>
              <a:ext uri="{FF2B5EF4-FFF2-40B4-BE49-F238E27FC236}">
                <a16:creationId xmlns:a16="http://schemas.microsoft.com/office/drawing/2014/main" id="{0BA7B7EA-5469-1F06-C047-BDCC73E93C87}"/>
              </a:ext>
            </a:extLst>
          </p:cNvPr>
          <p:cNvSpPr txBox="1">
            <a:spLocks/>
          </p:cNvSpPr>
          <p:nvPr/>
        </p:nvSpPr>
        <p:spPr>
          <a:xfrm>
            <a:off x="1715730" y="306618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400" b="1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4ADD9CA-8E7F-3D9F-0BAA-32F68D432AD4}"/>
              </a:ext>
            </a:extLst>
          </p:cNvPr>
          <p:cNvSpPr txBox="1">
            <a:spLocks/>
          </p:cNvSpPr>
          <p:nvPr/>
        </p:nvSpPr>
        <p:spPr>
          <a:xfrm>
            <a:off x="2273711" y="3703664"/>
            <a:ext cx="8028038" cy="849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Air Quality Index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946E92F-4D2A-B3D8-0664-C7993707F9A5}"/>
              </a:ext>
            </a:extLst>
          </p:cNvPr>
          <p:cNvSpPr txBox="1">
            <a:spLocks/>
          </p:cNvSpPr>
          <p:nvPr/>
        </p:nvSpPr>
        <p:spPr>
          <a:xfrm>
            <a:off x="2081981" y="4721942"/>
            <a:ext cx="8028038" cy="9358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cs typeface="Arial" panose="020B0604020202020204" pitchFamily="34" charset="0"/>
              </a:rPr>
              <a:t>Presented</a:t>
            </a:r>
            <a:r>
              <a:rPr lang="en-US" sz="2800" b="1" dirty="0">
                <a:latin typeface="+mj-lt"/>
                <a:cs typeface="Arial" panose="020B0604020202020204" pitchFamily="34" charset="0"/>
              </a:rPr>
              <a:t> by</a:t>
            </a:r>
          </a:p>
          <a:p>
            <a:r>
              <a:rPr lang="en-US" sz="2800" b="1" dirty="0">
                <a:latin typeface="+mj-lt"/>
                <a:cs typeface="Arial" panose="020B0604020202020204" pitchFamily="34" charset="0"/>
              </a:rPr>
              <a:t>Puja Sadafal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7CCD835-0D51-96CC-A7A6-8EE6E6FA5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14505" y="209319"/>
            <a:ext cx="2745405" cy="165576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20348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7ABE-7F57-D0B0-B274-F574800A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1.What is the total number of records 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in the AQI Dataset?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9B06F3-CF25-05BD-FCE6-FE9778230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0441BC-2D84-9ED6-26C7-EBA053489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53" y="2106281"/>
            <a:ext cx="3680779" cy="7773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FC3A07-EA8E-E0D0-A817-046AAA60CD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890" y="3850507"/>
            <a:ext cx="2759900" cy="13255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16FF66-FF95-8C9F-29C1-C782423CFDC1}"/>
              </a:ext>
            </a:extLst>
          </p:cNvPr>
          <p:cNvSpPr txBox="1"/>
          <p:nvPr/>
        </p:nvSpPr>
        <p:spPr>
          <a:xfrm>
            <a:off x="6589347" y="2830512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86463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0C83076-2A2F-27E5-8DF9-D254FECB7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982CC-637E-8B8B-866A-10965E73D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367" y="26375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2.What is the average AQI value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 for each city?</a:t>
            </a: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DAADC9-8E59-7DD5-7039-A46746D10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2274" y="332581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7FDF44-816A-5F7A-1525-DC3DFE646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37" y="1989121"/>
            <a:ext cx="4648603" cy="15622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FFD363-7A0B-D989-0EFB-242A55261E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179" y="3712058"/>
            <a:ext cx="2293819" cy="25605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99C714-D29A-001A-6C1F-B5A964D3EE85}"/>
              </a:ext>
            </a:extLst>
          </p:cNvPr>
          <p:cNvSpPr txBox="1"/>
          <p:nvPr/>
        </p:nvSpPr>
        <p:spPr>
          <a:xfrm>
            <a:off x="6589347" y="2830512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726297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6D6E4-AAE0-88D9-1C98-F5032C973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6A03-3CD3-37B3-87EE-CAF43027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3.What is the maximum and minimum AQI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 recorded in the Dataset?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555B0D-8047-7DFC-4705-03249D1612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9DDD0C-608C-CC3E-8C40-EFA77DAB49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44" y="2024533"/>
            <a:ext cx="5243014" cy="11964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51F30-3D56-F967-7DBA-B6A23189E9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44" y="4003533"/>
            <a:ext cx="2359742" cy="12272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55DCC0-7CD2-196E-E74E-5C2F97F6627E}"/>
              </a:ext>
            </a:extLst>
          </p:cNvPr>
          <p:cNvSpPr txBox="1"/>
          <p:nvPr/>
        </p:nvSpPr>
        <p:spPr>
          <a:xfrm>
            <a:off x="6776160" y="3051370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46774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B48684C-BD18-1BB5-780A-C5BF7B91C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0872-7623-207A-7C67-59A196C04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4.Which city has the highest 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average AQI?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49EBCA-825A-63CB-B630-2BEBDC73B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541B94-A1AB-44AD-BA18-9E002A0DD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80" y="1957256"/>
            <a:ext cx="4602879" cy="13259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E70452-D4C1-3AD3-51D0-FDE9B26F24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23" y="3953886"/>
            <a:ext cx="2359742" cy="13255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3F59DD-6F4A-937D-5CDF-F6373DD55438}"/>
              </a:ext>
            </a:extLst>
          </p:cNvPr>
          <p:cNvSpPr txBox="1"/>
          <p:nvPr/>
        </p:nvSpPr>
        <p:spPr>
          <a:xfrm>
            <a:off x="7019543" y="2960085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162273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D70D8-FE33-D123-84D1-ECAC2451F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0A018-987A-CAB1-C97B-093A3CA1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5.Which city has the lowest 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average AQI?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4F1B80-CC94-7A9D-6346-7A88CBAED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0E3F4F-10DE-CCF6-120A-1268E77B5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94" y="1809689"/>
            <a:ext cx="3977985" cy="14098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080576-47AC-AFF1-1721-5E20C2B752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124" y="3805084"/>
            <a:ext cx="2581192" cy="13255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A4BA7E-C93A-2B34-19B3-1F0FE4C74EF5}"/>
              </a:ext>
            </a:extLst>
          </p:cNvPr>
          <p:cNvSpPr txBox="1"/>
          <p:nvPr/>
        </p:nvSpPr>
        <p:spPr>
          <a:xfrm>
            <a:off x="6589347" y="2830512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333227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6EF16-B9F6-44FE-88AC-DBEDB1B6A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B303-764A-C18A-9720-0E5FD8FC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6.How many unique cities are included in 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the AQI Dataset?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303B8F-6824-E734-036C-4DB658E83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988B70-A4C5-112B-18A2-6725AE8EF8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76" y="1932738"/>
            <a:ext cx="4768723" cy="1056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6AAB78-B67C-AC2E-EDC4-1CAC2850CB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303" y="3716593"/>
            <a:ext cx="2141406" cy="10815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5CE147-06F6-F1A1-54BD-6FFE285844A5}"/>
              </a:ext>
            </a:extLst>
          </p:cNvPr>
          <p:cNvSpPr txBox="1"/>
          <p:nvPr/>
        </p:nvSpPr>
        <p:spPr>
          <a:xfrm>
            <a:off x="6589347" y="2830512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708897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0E39D-190E-0AD7-441B-85017662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3527B-A45E-EF9B-25EE-C23E301F2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7.What is the distribution of AQI values for 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each city (using city as group)?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06B555-BA9C-C06D-AE03-AD35FBB5D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DC4EA8-D56C-185F-51C4-DF0927FFA8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06" y="1959891"/>
            <a:ext cx="3840761" cy="13255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1853B8-DD61-1A37-80BF-36179EE30E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3590419"/>
            <a:ext cx="2107140" cy="25453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6672F3-BF3A-B33C-FE3B-3974D755143A}"/>
              </a:ext>
            </a:extLst>
          </p:cNvPr>
          <p:cNvSpPr txBox="1"/>
          <p:nvPr/>
        </p:nvSpPr>
        <p:spPr>
          <a:xfrm>
            <a:off x="6589347" y="2830512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538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10A26-B9C7-2565-29D8-64D9618E6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ECCD-E0CC-D7B4-55C1-4B5DA1397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8.Which year has the highest recorded AQI?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5FD993-4923-62BA-9311-66BD2B61C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E78923-D637-6EBC-CA81-925461265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110" y="4446359"/>
            <a:ext cx="1601245" cy="10498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DDFEB1-FC9F-B29E-9562-946A8D1E0A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65" y="2081541"/>
            <a:ext cx="5189670" cy="16003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E401A7-38E3-092B-A828-78A8B4D41A32}"/>
              </a:ext>
            </a:extLst>
          </p:cNvPr>
          <p:cNvSpPr txBox="1"/>
          <p:nvPr/>
        </p:nvSpPr>
        <p:spPr>
          <a:xfrm>
            <a:off x="7382613" y="3518770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969321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02A80-C328-7A60-8EBD-2B4E87B74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AA91-652E-AB28-82D7-7F3B9965A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9.Which year has the lowest recorded  AQI?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17D82D-4F85-D1D8-35E0-EA66F8AC3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91A369-1D24-1785-50BA-181EF5C54D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25" y="2004361"/>
            <a:ext cx="5159187" cy="15317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0C1B90-0A45-97CD-301C-E6A2A88AE0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244" y="4181980"/>
            <a:ext cx="2123607" cy="12257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4EBA5B-9CF7-9DA6-FAFC-202D400FA81E}"/>
              </a:ext>
            </a:extLst>
          </p:cNvPr>
          <p:cNvSpPr txBox="1"/>
          <p:nvPr/>
        </p:nvSpPr>
        <p:spPr>
          <a:xfrm>
            <a:off x="7405424" y="3212948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869142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68F53F6-13FF-2256-CFD5-6BBCE26E1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B0A3B-791F-0E05-686F-CF501AC2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10.What is the average AQI for each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 month across all years?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523727-2A86-82DF-52C0-4083A930E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2B7F5A-BE2F-67F1-58B6-689FC1804A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84" y="1859671"/>
            <a:ext cx="7315834" cy="16003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452DCF-1329-7414-C1E1-CB82852CC4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893" y="3845658"/>
            <a:ext cx="2034716" cy="24309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2B0EF4-95F8-4432-D431-09B54F473D8E}"/>
              </a:ext>
            </a:extLst>
          </p:cNvPr>
          <p:cNvSpPr txBox="1"/>
          <p:nvPr/>
        </p:nvSpPr>
        <p:spPr>
          <a:xfrm>
            <a:off x="8005192" y="3012342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85657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DABE-10A8-EC29-86CB-14310ACE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E7E-4414-40E4-0801-E86A70A7E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+mn-lt"/>
              </a:rPr>
              <a:t>11.What is the total number of records for each air quality 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category(e.g., Good, Moderate, Unhealthy)?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315B93-1983-0334-2F2A-66F67A5AA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4E38D3-E823-9591-E4D5-8D3623DE11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28" y="1976224"/>
            <a:ext cx="6104149" cy="13717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CBB4E8-A46B-8A6F-E52D-3FE94342C0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569" y="3696231"/>
            <a:ext cx="1973751" cy="19432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A828BD-F3B5-0C11-070E-9DA6926F1AAD}"/>
              </a:ext>
            </a:extLst>
          </p:cNvPr>
          <p:cNvSpPr txBox="1"/>
          <p:nvPr/>
        </p:nvSpPr>
        <p:spPr>
          <a:xfrm>
            <a:off x="7749554" y="2838603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31863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F5F76-2D7D-9182-1AF8-28519E313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84B18-5164-2217-27A1-6C262910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12.What is the percentage of days that have a 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“Good” AQI across all cities?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1D3637-320C-A074-6255-9F982B8E2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3F399D-2EEE-4AF0-F474-305404CD5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11" y="1927123"/>
            <a:ext cx="4591210" cy="2238042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241316-3B63-E659-5904-95DF20396D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577" y="4580440"/>
            <a:ext cx="2072820" cy="11517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7AE110-2C76-9AD5-6079-F85BD73C80EE}"/>
              </a:ext>
            </a:extLst>
          </p:cNvPr>
          <p:cNvSpPr txBox="1"/>
          <p:nvPr/>
        </p:nvSpPr>
        <p:spPr>
          <a:xfrm>
            <a:off x="7592238" y="3666254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322852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86FD8-75E7-A7DD-AC9A-B9B0F3DB3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12256-440B-F280-A29D-655F4A72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13.How does the AQI change on a 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yearly basis for each city?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6F3912-F4D6-C9F7-D6C8-29FF0D071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84096B-B4D4-C798-75A4-2D3BD0EA9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31" y="1977210"/>
            <a:ext cx="6035563" cy="13107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7F8B73-147C-A682-4CB1-ADADEC459B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311" y="3675250"/>
            <a:ext cx="2316681" cy="27967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0547AB-2FE1-BF05-7629-B284AFBA53CC}"/>
              </a:ext>
            </a:extLst>
          </p:cNvPr>
          <p:cNvSpPr txBox="1"/>
          <p:nvPr/>
        </p:nvSpPr>
        <p:spPr>
          <a:xfrm>
            <a:off x="7198947" y="2782669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849895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9BBC8-C2AD-1372-3259-68C135B73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3E39F-31DD-BC59-5147-1A5387CE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14.What are the top 5 cities with the most days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of  “Unhealthy” AQI?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191DCD-E3AD-7025-215A-1986933BC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87C233-B217-B23D-F956-CD5AE6602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36" y="1853642"/>
            <a:ext cx="5753599" cy="16232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DEF1B4-6CF7-231F-7124-319BADFE86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656" y="4004600"/>
            <a:ext cx="2359742" cy="20815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085E91-A202-E989-D0FD-6C189EADDF9D}"/>
              </a:ext>
            </a:extLst>
          </p:cNvPr>
          <p:cNvSpPr txBox="1"/>
          <p:nvPr/>
        </p:nvSpPr>
        <p:spPr>
          <a:xfrm>
            <a:off x="7414163" y="3105834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00264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BD819-4B0A-B2DF-54A4-A8460EAF2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9435-06CF-02BE-D515-E19E3910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15.Which months tend to have the worst air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quality on average?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CB4C07-1FD7-466D-4A34-1DBFE2AC3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FF113B-40ED-08EC-1320-B10A3FC89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82" y="1959731"/>
            <a:ext cx="3642676" cy="19356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4F33D-FC3A-4699-8FFC-3600899ED6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110" y="3895379"/>
            <a:ext cx="2059205" cy="11387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DE35FA-EEE1-509F-D168-E6B40AF7811B}"/>
              </a:ext>
            </a:extLst>
          </p:cNvPr>
          <p:cNvSpPr txBox="1"/>
          <p:nvPr/>
        </p:nvSpPr>
        <p:spPr>
          <a:xfrm>
            <a:off x="7533243" y="3105834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35021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A1B5-7B90-84ED-5D4F-51D27C446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7D23F-1459-3A09-0A4B-9BB814F9D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16.What is the percentage of missing AQI data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per city?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469F88-C9E7-F70F-C1B8-E887B2A5E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647D2E-761B-E2FB-12AF-3E887E8D01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40" y="1861541"/>
            <a:ext cx="7460627" cy="16994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76B933-4C41-7548-B106-BC5600A3B3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440" y="4032896"/>
            <a:ext cx="3482642" cy="25453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6D35D5-3A0D-E609-8929-B1465C8E1BAB}"/>
              </a:ext>
            </a:extLst>
          </p:cNvPr>
          <p:cNvSpPr txBox="1"/>
          <p:nvPr/>
        </p:nvSpPr>
        <p:spPr>
          <a:xfrm>
            <a:off x="7631567" y="3386565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24743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93EC1-273B-08C5-5507-48B7A5033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AE172-17D1-226C-0305-E6C8654AF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17.Find the city where </a:t>
            </a:r>
            <a:r>
              <a:rPr lang="en-US" sz="2400" dirty="0" err="1">
                <a:latin typeface="+mn-lt"/>
              </a:rPr>
              <a:t>aqi</a:t>
            </a:r>
            <a:r>
              <a:rPr lang="en-US" sz="2400" dirty="0">
                <a:latin typeface="+mn-lt"/>
              </a:rPr>
              <a:t> shows the most improvement (lower </a:t>
            </a:r>
            <a:r>
              <a:rPr lang="en-US" sz="2400" dirty="0" err="1">
                <a:latin typeface="+mn-lt"/>
              </a:rPr>
              <a:t>Aqi</a:t>
            </a:r>
            <a:r>
              <a:rPr lang="en-US" sz="2400" dirty="0">
                <a:latin typeface="+mn-lt"/>
              </a:rPr>
              <a:t> )from the previous year?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9A6282-C392-E964-FC86-90A91D017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D1D67F-DD14-4A35-C31F-A0FF1CE25D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243" y="4267483"/>
            <a:ext cx="2629128" cy="21337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71B130-FF2A-7B90-7F21-1FAC9BD8F4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29" y="1690688"/>
            <a:ext cx="8163777" cy="29110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37E178-2417-407C-B54C-FD1D739718BA}"/>
              </a:ext>
            </a:extLst>
          </p:cNvPr>
          <p:cNvSpPr txBox="1"/>
          <p:nvPr/>
        </p:nvSpPr>
        <p:spPr>
          <a:xfrm>
            <a:off x="8590933" y="3436374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931318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2FBBA-90A4-0908-FF77-94C6AD41E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0E552-0D09-4CC4-BC2E-AC79C143C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18.For each air quality level, what is the average number of days that fall into each category in a year?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2F0679-C1E3-C6E8-E156-D42D75FD53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A1E0AD-2B99-25DA-ABC4-BF0306FB79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18" y="1690688"/>
            <a:ext cx="5563082" cy="26977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E07E10-FAAF-A46F-134F-D4A0BCBE98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797" y="3924712"/>
            <a:ext cx="2205551" cy="25681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2EC4B3-7E7B-FF55-F80E-06D7232ADDFC}"/>
              </a:ext>
            </a:extLst>
          </p:cNvPr>
          <p:cNvSpPr txBox="1"/>
          <p:nvPr/>
        </p:nvSpPr>
        <p:spPr>
          <a:xfrm>
            <a:off x="7680728" y="3105834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331846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A647-CC44-B7E2-10E1-5232AC55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E6F99-7FD4-3141-8481-14C63AB9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65125"/>
            <a:ext cx="8610599" cy="1325563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+mn-lt"/>
              </a:rPr>
              <a:t>19.What is the distribution of AQI values for each air quality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level(e.g., Good, Moderate, Unhealthy)?</a:t>
            </a:r>
            <a:br>
              <a:rPr lang="en-US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F5C4E3-57C9-E413-EB74-84C09CFCD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441" y="263755"/>
            <a:ext cx="1881494" cy="13255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8275DF-D7DB-1C46-7071-B089E45CE3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28" y="1966927"/>
            <a:ext cx="6309907" cy="3391194"/>
          </a:xfrm>
          <a:prstGeom prst="roundRect">
            <a:avLst>
              <a:gd name="adj" fmla="val 854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D77A7-C4E5-4CB4-7A4F-B73E0AD5A3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967" y="3662524"/>
            <a:ext cx="2385267" cy="26596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B4BAB5-EFA7-6B12-A8CB-6C61B05AC601}"/>
              </a:ext>
            </a:extLst>
          </p:cNvPr>
          <p:cNvSpPr txBox="1"/>
          <p:nvPr/>
        </p:nvSpPr>
        <p:spPr>
          <a:xfrm>
            <a:off x="7602070" y="2882142"/>
            <a:ext cx="23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Output:-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86458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03EE-27A3-117B-0302-842562CC6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1" y="1639071"/>
            <a:ext cx="9655278" cy="3579857"/>
          </a:xfrm>
        </p:spPr>
        <p:txBody>
          <a:bodyPr>
            <a:normAutofit/>
          </a:bodyPr>
          <a:lstStyle/>
          <a:p>
            <a:r>
              <a:rPr lang="en-US" sz="6600" b="1" dirty="0"/>
              <a:t>Thank you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326692672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120</TotalTime>
  <Words>389</Words>
  <Application>Microsoft Office PowerPoint</Application>
  <PresentationFormat>Widescreen</PresentationFormat>
  <Paragraphs>45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Bahnschrift Light SemiCondensed</vt:lpstr>
      <vt:lpstr>Tw Cen MT</vt:lpstr>
      <vt:lpstr>Droplet</vt:lpstr>
      <vt:lpstr>Baroda Institute of Technology</vt:lpstr>
      <vt:lpstr>1.What is the total number of records  in the AQI Dataset? </vt:lpstr>
      <vt:lpstr>2.What is the average AQI value  for each city?</vt:lpstr>
      <vt:lpstr>3.What is the maximum and minimum AQI  recorded in the Dataset? </vt:lpstr>
      <vt:lpstr>4.Which city has the highest  average AQI? </vt:lpstr>
      <vt:lpstr>5.Which city has the lowest  average AQI? </vt:lpstr>
      <vt:lpstr>6.How many unique cities are included in  the AQI Dataset? </vt:lpstr>
      <vt:lpstr>7.What is the distribution of AQI values for  each city (using city as group)? </vt:lpstr>
      <vt:lpstr>8.Which year has the highest recorded AQI? </vt:lpstr>
      <vt:lpstr>9.Which year has the lowest recorded  AQI? </vt:lpstr>
      <vt:lpstr>10.What is the average AQI for each  month across all years? </vt:lpstr>
      <vt:lpstr>11.What is the total number of records for each air quality  category(e.g., Good, Moderate, Unhealthy)? </vt:lpstr>
      <vt:lpstr>12.What is the percentage of days that have a  “Good” AQI across all cities? </vt:lpstr>
      <vt:lpstr>13.How does the AQI change on a  yearly basis for each city? </vt:lpstr>
      <vt:lpstr>14.What are the top 5 cities with the most days of  “Unhealthy” AQI? </vt:lpstr>
      <vt:lpstr>15.Which months tend to have the worst air quality on average? </vt:lpstr>
      <vt:lpstr>16.What is the percentage of missing AQI data per city? </vt:lpstr>
      <vt:lpstr>17.Find the city where aqi shows the most improvement (lower Aqi )from the previous year? </vt:lpstr>
      <vt:lpstr>18.For each air quality level, what is the average number of days that fall into each category in a year? </vt:lpstr>
      <vt:lpstr>19.What is the distribution of AQI values for each air quality level(e.g., Good, Moderate, Unhealthy)?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Puja Sadafal</dc:creator>
  <cp:lastModifiedBy>Puja Sadafal</cp:lastModifiedBy>
  <cp:revision>1</cp:revision>
  <dcterms:created xsi:type="dcterms:W3CDTF">2026-01-08T08:57:28Z</dcterms:created>
  <dcterms:modified xsi:type="dcterms:W3CDTF">2026-01-12T08:54:46Z</dcterms:modified>
</cp:coreProperties>
</file>